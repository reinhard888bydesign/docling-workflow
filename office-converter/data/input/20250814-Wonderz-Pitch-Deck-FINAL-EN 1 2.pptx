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Traction &amp; KPIs – Momentum Across All Core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High-value creator onboarding, strong retention, growing ARR and fast payback.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€830K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ARR (Aug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+50 % since Apr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MRR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15+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Active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0 %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Churn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4.6x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LTV / 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9260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44D8A"/>
                </a:solidFill>
              </a:defRPr>
            </a:pPr>
            <a:r>
              <a:t>&lt; 6 months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CAC Payback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Traction &amp; KPIs – Momentum Across All Core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High-value creator onboarding, strong retention, growing ARR and fast payback.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📈 ARR (Projected Aug 2025): €830K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➕ MRR Growth Since Apr 2025: +50 %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👥 Active Customers: 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🔁 Churn Rate: 0 %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📊 LTV / CAC: 4.6x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⏱ CAC Payback: &lt; 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📆 Record Daily Revenue: May 25,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Team – Experienced, Complementary, Creator-Focused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Mix of serial founders, gaming experts, SaaS operators and tech/product builders.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Felix Tewes – CEO &amp; Co-Founder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Ex-Bertelsmann, 10y in kids media &amp; gaming. Serial founder.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🧠 Jan Gassen – CPO &amp; Co-Founder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UX/AI expert. Built 20+ consumer products. Ex-IDEO.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📊 Moritz Gmeiner – COO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Ex-Kapten&amp;Son. Led D2C ops to 9-digit exit. B2C &amp; SaaS focus.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🎮 Ludovic Bodin – Advisor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Ex-Unity, Ex-OhBiBi. Game growth &amp; mobile monetization expert.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💬 Richard Ballheimer – Investor &amp; Legal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Media lawyer &amp; advisor for global family brands.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Team – Operational Strength by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Product, Growth and Operations – all covered by domain experts.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Product &amp;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44D8A"/>
                </a:solidFill>
              </a:defRPr>
            </a:pPr>
            <a:r>
              <a:t>Jan Gassen – CPO &amp; Co-Founder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UX/AI expert. Built 20+ consumer products. Ex-IDEO.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44D8A"/>
                </a:solidFill>
              </a:defRPr>
            </a:pPr>
            <a:r>
              <a:t>Ludovic Bodin – Advisor (Games)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Ex-Unity, Ex-OhBiBi. Game growth &amp; monetization expert.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Growth / Sales /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44D8A"/>
                </a:solidFill>
              </a:defRPr>
            </a:pPr>
            <a:r>
              <a:t>Felix Tewes – CEO &amp; Co-Founder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10y kids media &amp; gaming. Serial founder. Ex-Bertelsmann.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346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44D8A"/>
                </a:solidFill>
              </a:defRPr>
            </a:pPr>
            <a:r>
              <a:t>Moritz Gmeiner – COO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Ex-Kapten&amp;Son. D2C ops to 9-digit exit.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63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Admin / Legal /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44D8A"/>
                </a:solidFill>
              </a:defRPr>
            </a:pPr>
            <a:r>
              <a:t>Richard Ballheimer – Investor &amp; Legal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Media lawyer &amp; advisor for global family brands.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Ask – Bridge Round Toward Series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Convertible note to close momentum gap and scale core drivers for Series A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💶 Bridge Round Details: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Type: Convertible Note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Target: €500,000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Soft Committed: €220,000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Available: €280,000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Valuation Cap: €12M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Interest: 6 % p.a.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Minimum Ticket: €25,000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Long-stop: 31.12.2026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Commitment Deadline: Sept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Milestones for Series A (Target: Q4 2026):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€2.5M+ ARR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25+ active branded apps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Fully rolled-out AI asset generator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Game template monetization in ≥5 apps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12-month LTV &gt; €50 / subscriber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Institutional readiness and scale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Ask – Why Now is the Moment to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We’re building the Shopify for Kids Media – with traction, team and timing aligned.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📌 Round: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📈 Use of Funds: Product scaling, AI automation, sales &amp; creator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🎯 Target: €2.0 – €2.5M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💰 Committed: ~€1.3M soft committed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🏁 Runway: 24 months + flexibility via hybrid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📅 Closing: Q4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Ask – Pre-Series A Bridge to Growth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Bridge round to unlock AI scaling, accelerate customer growth and prepare for Series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💶 Bridge Round Details: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Round: Pre-Series A (convertible or equity)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Size: €2.0 – €2.5M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Committed: ~€1.3M soft committed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Use of Funds: AI automation, creator onboarding, sales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Runway: 24 months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Closing: Q4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Milestones for Series A (mid 2026):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€2.5M+ ARR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25+ active branded apps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Fully rolled-out AI-based asset generator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Game library monetized in ≥5 apps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12-month LTV &gt; €50 / subscriber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Demonstrated scalability via templates &amp; creator fund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44D8A"/>
                </a:solidFill>
              </a:defRPr>
            </a:pPr>
            <a:r>
              <a:t>Thank you for your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9500"/>
                </a:solidFill>
              </a:defRPr>
            </a:pPr>
            <a:r>
              <a:t>Let’s build the platform that powers the future of kids media –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📩 Contact: Felix Tewes, Co-Founder &amp; CEO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felix@wonderz.com | +49 176 123 456 78</a:t>
            </a:r>
          </a:p>
          <a:p>
            <a:pPr>
              <a:defRPr sz="1400">
                <a:solidFill>
                  <a:srgbClr val="244D8A"/>
                </a:solidFill>
              </a:defRPr>
            </a:pPr>
            <a:r>
              <a:t>https://www.wonderz.com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4D8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📱 Platform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Wonderz enables creators to launch their own mobile &amp; TV apps – no code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📈 Monetization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Up to 700x revenue per user compared to YouTube – full ownership of content and subscribers.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🌍 Traction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15+ paying customers including Skyship, El Reino Infantil, First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💰 KPIs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Projected ARR: €830K by 09/2025 | LTV/CAC: 4.6x | CAC Payback: &lt;6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🔧 Funding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Raising €500K (Series A Extension – Convertible). €220K already committed.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4D8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One platform. Higher revenue. Total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📱 Platform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Wonderz enables creators to launch their own mobile &amp; TV apps – no code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39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📈 Monetization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Up to 700x revenue per user compared to YouTube – full ownership of content and subscribers.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🌍 Traction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15+ paying customers including Skyship, El Reino Infantil, First Media.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💰 KPIs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Projected ARR: €830K by 09/2025</a:t>
            </a:r>
            <a:br/>
            <a:r>
              <a:t>LTV/CAC: 4.6x</a:t>
            </a:r>
            <a:br/>
            <a:r>
              <a:t>CAC Payback: &lt;6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🔧 Funding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Raising €500K (Series A Extension – Convertible).</a:t>
            </a:r>
            <a:br/>
            <a:r>
              <a:t>€220K already committed.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From Frustration to Control – What Wonderz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Creators are stuck in platform dependency. Wonderz turns these weaknesses into growth levers.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Fragmented tools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Apps, monetization &amp; analytics are all disconnected.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All-in-one: CMS, app builder, analytics and paywall in one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Poor monetization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YouTube pays &lt;1€/1,000 views, ad-based, unreliable.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5603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Wonderz apps generate up to 700x more revenue per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No audience ownership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Creators can’t talk to or retarget their fans.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6576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Direct access to subscribers, email &amp; CRM included.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No control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Algorithm changes kill reach and income overnight.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You control UX, pricing, release cycles &amp;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No optimization tools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No A/B testing, no data, no growth levers.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85216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Built-in experiments, real-time analytics &amp; cohort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9494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❌ High platform fees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YouTube &amp; Apple take 30–45 % off gross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9494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222222"/>
                </a:solidFill>
              </a:defRPr>
            </a:pPr>
            <a:r>
              <a:t>✅ Transparent SaaS + fair revenue share, no hidden fees.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4D8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Creators have no ownership. Platforms take all the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🧩 Fragmented Tools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Apps, analytics, monetization – all separate, all complex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39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💸 Poor Monetization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YouTube pays &lt;1€/1,000 views, unpredictable, ad-dependent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📉 No Customer Access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Creators never own their audience – no CRM, no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🔒 No Control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Algorithm shifts kill reach overnight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34639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⚙️ No Customization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No way to test UX, change pricing, improve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⛔️ High Platform Fees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YouTube &amp; Apple take 30–45 % off the 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Market Opportunity – Kids &amp; Family Creator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A $100B+ global industry is shifting from passive streaming to interactive, owned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📊 Global Market Size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TAM: $119B across Kids Apps, Games, EdTech,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Addressable Segment (SAM)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~$8B in D2C children’s apps and subscription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📉 Industry Shift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Linear TV budgets for kids content dropped -32% since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📱 Rising Demand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Families want safe, ad-free, screen-time controlled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👩‍🎤 Creator Boom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Kids creators = fastest-growing YouTube segment, but platform-bound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The Product – All-in-One Platform for D2C Creator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From content upload to conversion – one system, built for creators.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📱 No-Code App Kit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Launch native iOS, Android, Web &amp; TV apps in 2–4 weeks – no developers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🧩 Real-Time Content Control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Edit UX, launch new sections, update content live via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🧠 Built-in Growth Tools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Experiment with pricing, paywalls, conversion flows and see instant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🎮 Native Unity3D &amp; Games Support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Integrate games alongside video &amp; audio content seamlessly.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🔐 Kid-Safe by Design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COPPA/GDPR compliant, curated templates, ad-free, parent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Competitive Landscape – Where Wonderz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Only Wonderz combines native app tech, creator tooling, and kid-friendly 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❌ YouTube / Vimeo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Platform control, ad-based, no ownership, no paywalls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❌ CMS / Web builders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No native apps, poor media experience, no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❌ OTT platforms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Expensive, slow setup, not creator-friendly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44D8A"/>
                </a:solidFill>
              </a:defRPr>
            </a:pPr>
            <a:r>
              <a:t>✅ Wonderz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All-in-one: No-code apps, UX control, growth tools, kid-safe 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Business Model – Scalable SaaS + Revenue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Aligned with creator success – predictable revenue, scalable upside.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💼 Two models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Basic: €1.000/month + €1 per app subscriber</a:t>
            </a:r>
            <a:br/>
            <a:r>
              <a:t>Growth: 35 % revenue share incl. growth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🔁 Recurring revenue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ARR grows with app adoption, not engineering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📈 Aligned incentives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The better the app performs, the more we 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📊 Upside potential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Revenue share enables Wonderz to participate in scale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🧲 High retention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0 % churn so far, high LTV due to deep platform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Business Model – Transparent Pricing, Scalable Upside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Wonderz offers a transparent pricing structure that adapts to customer needs and scale.</a:t>
            </a:r>
            <a:br/>
            <a:r>
              <a:t>Creators choose between flat-fee SaaS and a performance-based revenue share – with optional enterprise add-ons.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9500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9500"/>
                          </a:solidFill>
                        </a:defRPr>
                      </a:pPr>
                      <a:r>
                        <a:t>Basic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9500"/>
                          </a:solidFill>
                        </a:defRPr>
                      </a:pPr>
                      <a:r>
                        <a:t>Growth Model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€1,000/month + €1 per app 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35 % of net app revenue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Standard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Dedicated growth support included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Ideal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Smaller creators with predictable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High-growth brands &amp; IP holders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44D8A"/>
                </a:solidFill>
              </a:defRPr>
            </a:pPr>
            <a:r>
              <a:t>🏢 Enterprise Option (upon request):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For large media brands with &gt;10K users per app. Starting at €10,000/month per app + 35 % revenue share.</a:t>
            </a:r>
            <a:br/>
            <a:r>
              <a:t>Includes SLAs, custom integration support, and launch acceleration.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Go-to-Market Strategy – From Creators to Global 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Targeting the world’s most influential kids content creators and IP owners.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Phase 1: Anchor Creators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Signed top-tier YouTube brands (Skyship, El Reino Infantil, Bounce Patrol) as reference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🚀 Phase 2: Mid-Market &amp; IP Studios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Scale to independent studios, publishers, and kids media companies with proven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🌍 Phase 3: Enterprise &amp; Licensing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Approach large global brands (e.g. Hasbro, Animaj) for multi-app, multi-country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🤝 Channels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Inbound via reputation, outbound via strategic partnerships, and content at trade events (e.g. MIPCOM, Spielwarenmesse).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🧱 Moat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Product-led growth, network effects via game templates, and operational excellence.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Customer Examples – Global Reach &amp; Proof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Trusted by world-class kids brands and top-performing YouTube creators.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Skyship – 45K+ paid users, $3.5M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El Reino Infantil – 150M subs, Spanish top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First Media – 18K users migrated from Vimeo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Bounce Patrol – solo creator, 0€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Cleo &amp; Cuquín – multi-IP D2C rollout</a:t>
            </a:r>
          </a:p>
        </p:txBody>
      </p:sp>
      <p:pic>
        <p:nvPicPr>
          <p:cNvPr id="9" name="Picture 8" descr="Wonderz_CustomerBubble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Customer Examples – Global Reach &amp; Proof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Trusted by world-class kids brands and top-performing YouTube creators.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Skyship – 45K+ paid users, $3.5M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El Reino Infantil – 150M subs, Spanish top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First Media – 18K users migrated from Vimeo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Bounce Patrol – solo creator, 0€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222222"/>
                </a:solidFill>
              </a:defRPr>
            </a:pPr>
            <a:r>
              <a:t>🟢 Cleo &amp; Cuquín – multi-IP D2C rollout</a:t>
            </a:r>
          </a:p>
        </p:txBody>
      </p:sp>
      <p:pic>
        <p:nvPicPr>
          <p:cNvPr id="9" name="Picture 8" descr="Wonderz_CustomerBubble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4114800" cy="2571750"/>
          </a:xfrm>
          <a:prstGeom prst="rect">
            <a:avLst/>
          </a:prstGeom>
        </p:spPr>
      </p:pic>
      <p:pic>
        <p:nvPicPr>
          <p:cNvPr id="10" name="Picture 9" descr="Wonderz_Customer_Timeline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7132320" cy="1584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Customer Examples – Global Reach &amp; Proof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Trusted by world-class kids brands and top-performing YouTube creators.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🟢 Skyship (Super Simple Songs)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45,000+ paid app users, $3.5M+ ARR, 0%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🟢 El Reino Infantil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Most-viewed Spanish kids brand (&gt;150M YouTube subs) – new app launched via Wonderz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🟢 First Media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Migrated 18,000+ subscribers from Vimeo to Wonderz. Enterprise launch in Q3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🟢 Bounce Patrol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Grew organically on Wonderz after switching from Vimeo – solo creator, 0 marketing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🟢 Cleo &amp; Cuquín (Animaj)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From TV to D2C apps – Wonderz supports multi-IP rollout under NDA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User Cohorts – Retention Per Creator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This chart shows how many users are still active each month after installing a brand's app.</a:t>
            </a:r>
            <a:br/>
            <a:r>
              <a:t>It demonstrates both user retention and long-term engagement for each customer brand on the Wonderz platform.</a:t>
            </a:r>
            <a:br/>
            <a:r>
              <a:t>Example: Skyship retains ~60 % of users after 6 months, while First Media shows rapid recent growth.</a:t>
            </a:r>
          </a:p>
        </p:txBody>
      </p:sp>
      <p:pic>
        <p:nvPicPr>
          <p:cNvPr id="4" name="Picture 3" descr="Wonderz_AppCohort_ActiveUser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68096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Context: Why Creators Need Better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Independent kids &amp; family creators face massive monetization and control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🔴 Low monetization on YouTube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Current state: Ad revenue &lt;1€/1,000 views; volatile, not scalable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Workaround: Some try premium content on Vimeo or YouTube memberships – but uptake is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🔴 No direct access to audience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Current state: Creators don’t own emails or data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Workaround: Some use newsletters, but these aren’t tied to content usage or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🔴 High development cost for own app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Current state: Custom apps cost €50–200K and take months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Workaround: Unaffordable and static; no updates or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9500"/>
                </a:solidFill>
              </a:defRPr>
            </a:pPr>
            <a:r>
              <a:t>🔴 No optimization or analytics tools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Current state: Can’t test UX or monetization options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Workaround: No A/B testing on platforms; creators rely on gut feeling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44D8A"/>
                </a:solidFill>
              </a:defRPr>
            </a:pPr>
            <a:r>
              <a:t>Context – How Creators Try (and Fail) to Build Their Own App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4980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🟥 Monetizing on YouTube</a:t>
            </a:r>
          </a:p>
          <a:p>
            <a:pPr>
              <a:defRPr sz="1400" i="1">
                <a:solidFill>
                  <a:srgbClr val="244D8A"/>
                </a:solidFill>
              </a:defRPr>
            </a:pPr>
            <a:r>
              <a:t>“I built a huge audience – but I earn less than €100 per million views.”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Platform keeps &gt;55%  • Ads are unreliable  • No pricing control</a:t>
            </a:r>
          </a:p>
          <a:p>
            <a:pPr>
              <a:defRPr sz="1300" b="1">
                <a:solidFill>
                  <a:srgbClr val="C81E1E"/>
                </a:solidFill>
              </a:defRPr>
            </a:pPr>
            <a:r>
              <a:t>🔻 Result: Zero scalability, total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4980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🟥 Using Vimeo OTT or Uscreen</a:t>
            </a:r>
          </a:p>
          <a:p>
            <a:pPr>
              <a:defRPr sz="1400" i="1">
                <a:solidFill>
                  <a:srgbClr val="244D8A"/>
                </a:solidFill>
              </a:defRPr>
            </a:pPr>
            <a:r>
              <a:t>“I tried a ‘creator app’ platform – it looked outdated and was expensive.”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No growth tools  • Not made for kids  • Little UX control</a:t>
            </a:r>
          </a:p>
          <a:p>
            <a:pPr>
              <a:defRPr sz="1300" b="1">
                <a:solidFill>
                  <a:srgbClr val="C81E1E"/>
                </a:solidFill>
              </a:defRPr>
            </a:pPr>
            <a:r>
              <a:t>🔻 Result: High churn, low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74980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🟥 Hiring an agency to build a custom app</a:t>
            </a:r>
          </a:p>
          <a:p>
            <a:pPr>
              <a:defRPr sz="1400" i="1">
                <a:solidFill>
                  <a:srgbClr val="244D8A"/>
                </a:solidFill>
              </a:defRPr>
            </a:pPr>
            <a:r>
              <a:t>“We paid €60K+ and waited 6 months. Now we can’t update anything.”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Static build  • No analytics  • Locked-in tech stack</a:t>
            </a:r>
          </a:p>
          <a:p>
            <a:pPr>
              <a:defRPr sz="1300" b="1">
                <a:solidFill>
                  <a:srgbClr val="C81E1E"/>
                </a:solidFill>
              </a:defRPr>
            </a:pPr>
            <a:r>
              <a:t>🔻 Result: Dead investment, no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4980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🟥 Connecting tools manually (Mailchimp + Dropbox)</a:t>
            </a:r>
          </a:p>
          <a:p>
            <a:pPr>
              <a:defRPr sz="1400" i="1">
                <a:solidFill>
                  <a:srgbClr val="244D8A"/>
                </a:solidFill>
              </a:defRPr>
            </a:pPr>
            <a:r>
              <a:t>“We used Mailchimp + Google Forms + Dropbox.”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Zero integration  • Operational overhead  • No automation</a:t>
            </a:r>
          </a:p>
          <a:p>
            <a:pPr>
              <a:defRPr sz="1300" b="1">
                <a:solidFill>
                  <a:srgbClr val="C81E1E"/>
                </a:solidFill>
              </a:defRPr>
            </a:pPr>
            <a:r>
              <a:t>🔻 Result: Creator burnout, no learning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
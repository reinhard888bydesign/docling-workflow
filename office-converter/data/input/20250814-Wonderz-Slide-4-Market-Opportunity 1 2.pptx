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44D8A"/>
                </a:solidFill>
              </a:defRPr>
            </a:pPr>
            <a:r>
              <a:t>Market Opportunity – Kids &amp; Family Creator Economy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9500"/>
                </a:solidFill>
              </a:defRPr>
            </a:pPr>
            <a:r>
              <a:t>A $100B+ global industry is shifting from passive streaming to interactive, owned experiences.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FF9500"/>
                </a:solidFill>
              </a:defRPr>
            </a:pPr>
            <a:r>
              <a:t>📊 Global Market Size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TAM: $119B across Kids Apps, Games, EdTech, Streaming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FF9500"/>
                </a:solidFill>
              </a:defRPr>
            </a:pPr>
            <a:r>
              <a:t>🎯 Addressable Segment (SAM)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~$8B in D2C children’s apps and subscription content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FF9500"/>
                </a:solidFill>
              </a:defRPr>
            </a:pPr>
            <a:r>
              <a:t>📉 Industry Shift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Linear TV budgets for kids content dropped -32% since 2022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6344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FF9500"/>
                </a:solidFill>
              </a:defRPr>
            </a:pPr>
            <a:r>
              <a:t>📱 Rising Demand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Families want safe, ad-free, screen-time controlled experiences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76072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FF9500"/>
                </a:solidFill>
              </a:defRPr>
            </a:pPr>
            <a:r>
              <a:t>👩‍🎤 Creator Boom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Kids creators = fastest-growing YouTube segment, but platform-bound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